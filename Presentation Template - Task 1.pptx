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CE7FA-7E42-34F8-9A0C-3AB6FF351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E9213-3F13-3422-5952-302353D97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FB8B5-0628-7904-D831-185501B4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8EF43-7901-2FF0-6B2F-3FD954F1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SOLELY FOR PURPOSES OF FORAGE WORK EXPERIENCE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4C881-C2CB-8845-EB9E-8C1A14F7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23D2BF5-5AF7-FF6B-403A-9FFA5F118821}"/>
              </a:ext>
            </a:extLst>
          </p:cNvPr>
          <p:cNvSpPr txBox="1">
            <a:spLocks/>
          </p:cNvSpPr>
          <p:nvPr userDrawn="1"/>
        </p:nvSpPr>
        <p:spPr>
          <a:xfrm>
            <a:off x="4038600" y="20796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62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D0A4-BF83-9C92-9FB0-3905DB7AB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19D4E-07C3-7452-E3BA-5BED47090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1399-36E9-F7B0-6F11-1F79B183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07E3-45B7-F71B-E82E-DA5BBF98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45FF3-D04D-5BD2-1BFB-7F1DB519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0AEA82F-A3A9-CE56-658E-71BAC5C2A9C5}"/>
              </a:ext>
            </a:extLst>
          </p:cNvPr>
          <p:cNvSpPr txBox="1">
            <a:spLocks/>
          </p:cNvSpPr>
          <p:nvPr userDrawn="1"/>
        </p:nvSpPr>
        <p:spPr>
          <a:xfrm>
            <a:off x="4038600" y="-17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SOLELY FOR PURPOSES OF FORAGE WORK EXPERIENCE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0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9B91-C140-950B-030A-76F4710A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2E16A-3225-C14E-8064-E6D4FAC6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44AF-E352-CACD-BFBD-56E671269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E935A-83B5-927A-F0B5-AD6BF184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D8CA1-23C0-7CBD-967D-579994BA9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41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EA414-1B96-FBC6-B0A0-3184ADA0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E6A83-E7BB-9715-A448-B2A5F6948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564A8-FB2A-A644-85CF-AA6B0BA2D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854B2-F5A5-F957-6503-72FEC41D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9C25F-1476-E51C-9CC8-4423372A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8928-4B1E-7305-1894-4CC6DC61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43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111BA-6A00-F33A-FEFA-1D25D8A3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E14BC-C8A2-0141-E05C-D51DE2E55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8A569-3D3D-7A9D-B36C-07E53883E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8D1F1-F6A8-FEFC-2712-5AFA56858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62188-F4B9-9AE4-8E9E-94DF7FBF9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AF76F-39E4-EF87-4091-F3BA651AD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D8409-CB30-1CA9-70E9-F1E3825E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1A30E0-8F03-D2D0-D406-992F8429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31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3F44-78D7-43A6-BD9B-25F7950D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10D445-0E0B-3319-1CF9-0281AF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8AE44-12C7-772D-58B5-C85BD956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B2548-6A4F-BA9B-5F4E-8F43C1AA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0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C6905-7627-AB62-0379-113A887F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45182-7D39-A2E9-10FE-056784122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75964-B7EB-2183-52C3-61C6D9C78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49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CF2C-912F-102C-58C1-67EA71A3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61FA1-D1A3-92B1-2358-7E3891B53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1511-BFAD-07C3-2202-22184BE31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3A2FA-416F-3127-D56A-1C46E5DC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87E62-C378-7919-7C19-AE832CD5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B9308-BEED-1DF6-0C48-FDD08223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6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B5CD-4FFC-8691-CB78-E6DA846F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68B6D-19F2-DC8E-A38B-650EBD4A8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D2ACC-DE04-AAEE-3BFB-4FB28739F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020BC-3DF9-B39E-4760-CE9F5105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49599-09F3-8054-A054-4CD05DAE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552B2-A971-E6E8-A9B8-C52B203F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2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A7C5-C92E-E229-4667-66DAC81CC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34D8F-D450-E313-36DF-A9CA90955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420DD-E037-1E6B-6A0E-1916C0207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A2203-CBF8-36E9-A303-C23D118C5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DA44A-A3DE-3D45-DED6-5F6BAF2D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07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79A363-0DB0-E69D-1E48-A6533BFC6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2724E-B09E-2F07-0F13-8D6A55A8F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378F9-CB28-89D6-7807-B24539AE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5A79D-F864-EF92-E8A5-0AE3B8B8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904E9-3A99-F5A0-7389-2A62F9CA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73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AF295-FCEA-9ADF-FB19-0F0F8943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1DB2D-66B6-CDAC-4CB3-888DFEDF8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B58F6-4646-D659-8F69-3FFBB1ADA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0FE10-F406-47AF-8AE1-E9BA4C7E25F2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A3826-DF75-F5B2-4558-99CA84C91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81785-497D-6DB8-71A3-EE3FEB235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AB4F7-4BD9-43F1-95BD-EA19DB6F96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0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CD4D-82A1-5AD0-053C-2CF73DA5B6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0DC87-B7BC-1B7B-AB86-8B0F1FACBC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Customer Review </a:t>
            </a:r>
            <a:r>
              <a:rPr lang="en-IN" dirty="0"/>
              <a:t>Analysis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230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DD12-D653-7463-3EAD-70846DE1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106478" cy="315912"/>
          </a:xfrm>
        </p:spPr>
        <p:txBody>
          <a:bodyPr>
            <a:noAutofit/>
          </a:bodyPr>
          <a:lstStyle/>
          <a:p>
            <a:r>
              <a:rPr lang="en-GB" sz="2000" dirty="0"/>
              <a:t>Customer Feedback Analysis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FEFD94A8-6873-BFDD-1105-8EA97C1DA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09" y="876225"/>
            <a:ext cx="2804408" cy="1409775"/>
          </a:xfr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816B6D-131F-3ABA-8660-84BC33B14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31" y="2286000"/>
            <a:ext cx="3564834" cy="23677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254296C-4C1D-2F76-B02F-917418A37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258" y="2340660"/>
            <a:ext cx="4300540" cy="213719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03FBD88-43D4-F70F-D587-D9C3B39D3C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87" y="413434"/>
            <a:ext cx="2855302" cy="16149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71BD38-3CAD-9579-EB27-9DF70D6179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785" y="413434"/>
            <a:ext cx="2855302" cy="161490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E41B81D-0165-0F54-6FE2-10284FE151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7" y="4681165"/>
            <a:ext cx="2976304" cy="181170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89A7ABB-9D18-8406-DDB8-50065E674B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056" y="498299"/>
            <a:ext cx="2404727" cy="154536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2831D33-80E5-1EFC-B77D-9513C43ACCC4}"/>
              </a:ext>
            </a:extLst>
          </p:cNvPr>
          <p:cNvSpPr txBox="1"/>
          <p:nvPr/>
        </p:nvSpPr>
        <p:spPr>
          <a:xfrm>
            <a:off x="8119674" y="2176835"/>
            <a:ext cx="36561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Total reviews analyzed: 3937 </a:t>
            </a:r>
          </a:p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Verified reviews: 2096 (53.2%) </a:t>
            </a:r>
          </a:p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Non-verified reviews: 1841 (46.8%) </a:t>
            </a:r>
          </a:p>
          <a:p>
            <a:endParaRPr 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Overall Sentiment: </a:t>
            </a:r>
          </a:p>
          <a:p>
            <a:pPr marL="171450" indent="-171450">
              <a:buFontTx/>
              <a:buChar char="-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Positive: 57.2% </a:t>
            </a:r>
          </a:p>
          <a:p>
            <a:pPr marL="171450" indent="-171450">
              <a:buFontTx/>
              <a:buChar char="-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Negative: 41.5%</a:t>
            </a:r>
          </a:p>
          <a:p>
            <a:pPr marL="171450" indent="-171450">
              <a:buFontTx/>
              <a:buChar char="-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Neutral: 1.3% </a:t>
            </a:r>
          </a:p>
          <a:p>
            <a:pPr marL="171450" indent="-171450">
              <a:buFontTx/>
              <a:buChar char="-"/>
            </a:pPr>
            <a:endParaRPr 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Top 5 Most Mentioned Topics: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Staff/Service: 80.5% of reviews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Food Quality: 63.9% of reviews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Seat Comfort: 62.7% of reviews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Punctuality: 48.8% of reviews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Booking: 43.8% of reviews </a:t>
            </a:r>
          </a:p>
          <a:p>
            <a:pPr marL="228600" indent="-228600">
              <a:buAutoNum type="arabicPeriod"/>
            </a:pPr>
            <a:endParaRPr 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Most Problematic Aspects (Highest Negative %): </a:t>
            </a: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1. Booking: 48.1% negative </a:t>
            </a:r>
          </a:p>
          <a:p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2. Baggage: 46.3% negative </a:t>
            </a:r>
          </a:p>
          <a:p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3. Punctuality: 43.5% negative </a:t>
            </a:r>
          </a:p>
          <a:p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4. Value: 41.6% negative </a:t>
            </a:r>
          </a:p>
          <a:p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5. Staff/Service: 38.0% negative </a:t>
            </a:r>
          </a:p>
          <a:p>
            <a:endParaRPr 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Verified vs Non-verified Sentiment Comparison: </a:t>
            </a: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 Verified reviews positive: 51.3%</a:t>
            </a:r>
          </a:p>
          <a:p>
            <a:pPr marL="171450" indent="-171450">
              <a:buFontTx/>
              <a:buChar char="-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Non-verified reviews positive: 63.8%</a:t>
            </a:r>
          </a:p>
          <a:p>
            <a:pPr marL="171450" indent="-171450">
              <a:buFontTx/>
              <a:buChar char="-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Verified reviews negative: 47.0% </a:t>
            </a:r>
          </a:p>
          <a:p>
            <a:pPr marL="171450" indent="-171450">
              <a:buFontTx/>
              <a:buChar char="-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Non-verified reviews negative: 35.2%</a:t>
            </a:r>
            <a:endParaRPr lang="en-US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E38998-5391-3360-9828-F99B54D3EA0A}"/>
              </a:ext>
            </a:extLst>
          </p:cNvPr>
          <p:cNvSpPr txBox="1"/>
          <p:nvPr/>
        </p:nvSpPr>
        <p:spPr>
          <a:xfrm>
            <a:off x="3890056" y="4477855"/>
            <a:ext cx="297630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Recommendations based on analysis: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Address punctuality issues and improve communication during delays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Evaluate pricing strategy to better align with perceived value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Standardize cleanliness protocols to ensure consistency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Improve seat comfort and in-flight entertainment options </a:t>
            </a:r>
          </a:p>
          <a:p>
            <a:pPr marL="228600" indent="-228600">
              <a:buAutoNum type="arabicPeriod"/>
            </a:pPr>
            <a:r>
              <a:rPr lang="en-US" sz="1000" b="0" i="0" dirty="0"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Focus on verified customer feedback for targeted improvements</a:t>
            </a:r>
            <a:endParaRPr lang="en-IN" sz="1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000" b="0" i="0" dirty="0"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8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200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Cascadia Code</vt:lpstr>
      <vt:lpstr>Office Theme</vt:lpstr>
      <vt:lpstr>British Airways</vt:lpstr>
      <vt:lpstr>Customer Feedback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Susan Robinson</dc:creator>
  <cp:lastModifiedBy>Pratham Chopra</cp:lastModifiedBy>
  <cp:revision>2</cp:revision>
  <dcterms:created xsi:type="dcterms:W3CDTF">2022-12-06T11:13:27Z</dcterms:created>
  <dcterms:modified xsi:type="dcterms:W3CDTF">2025-05-07T03:47:55Z</dcterms:modified>
</cp:coreProperties>
</file>